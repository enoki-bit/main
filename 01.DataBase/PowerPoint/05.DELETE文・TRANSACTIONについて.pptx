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7"/>
  </p:notesMasterIdLst>
  <p:handoutMasterIdLst>
    <p:handoutMasterId r:id="rId8"/>
  </p:handoutMasterIdLst>
  <p:sldIdLst>
    <p:sldId id="256" r:id="rId2"/>
    <p:sldId id="261" r:id="rId3"/>
    <p:sldId id="275" r:id="rId4"/>
    <p:sldId id="262" r:id="rId5"/>
    <p:sldId id="276" r:id="rId6"/>
  </p:sldIdLst>
  <p:sldSz cx="9906000" cy="6858000" type="A4"/>
  <p:notesSz cx="9926638" cy="6797675"/>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B548F347-E632-4B36-A0C2-9CCD7ED3F5B1}">
          <p14:sldIdLst>
            <p14:sldId id="256"/>
            <p14:sldId id="261"/>
            <p14:sldId id="275"/>
            <p14:sldId id="262"/>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1719C"/>
    <a:srgbClr val="4171D5"/>
    <a:srgbClr val="419BD5"/>
    <a:srgbClr val="898989"/>
    <a:srgbClr val="55AC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16" autoAdjust="0"/>
    <p:restoredTop sz="75879" autoAdjust="0"/>
  </p:normalViewPr>
  <p:slideViewPr>
    <p:cSldViewPr snapToGrid="0">
      <p:cViewPr varScale="1">
        <p:scale>
          <a:sx n="84" d="100"/>
          <a:sy n="84" d="100"/>
        </p:scale>
        <p:origin x="194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0"/>
            <a:ext cx="4301650" cy="340410"/>
          </a:xfrm>
          <a:prstGeom prst="rect">
            <a:avLst/>
          </a:prstGeom>
        </p:spPr>
        <p:txBody>
          <a:bodyPr vert="horz" lIns="62944" tIns="31473" rIns="62944" bIns="31473" rtlCol="0"/>
          <a:lstStyle>
            <a:lvl1pPr algn="l">
              <a:defRPr sz="800"/>
            </a:lvl1pPr>
          </a:lstStyle>
          <a:p>
            <a:endParaRPr kumimoji="1" lang="ja-JP" altLang="en-US"/>
          </a:p>
        </p:txBody>
      </p:sp>
      <p:sp>
        <p:nvSpPr>
          <p:cNvPr id="3" name="日付プレースホルダー 2"/>
          <p:cNvSpPr>
            <a:spLocks noGrp="1"/>
          </p:cNvSpPr>
          <p:nvPr>
            <p:ph type="dt" sz="quarter" idx="1"/>
          </p:nvPr>
        </p:nvSpPr>
        <p:spPr>
          <a:xfrm>
            <a:off x="5623402" y="0"/>
            <a:ext cx="4301650" cy="340410"/>
          </a:xfrm>
          <a:prstGeom prst="rect">
            <a:avLst/>
          </a:prstGeom>
        </p:spPr>
        <p:txBody>
          <a:bodyPr vert="horz" lIns="62944" tIns="31473" rIns="62944" bIns="31473" rtlCol="0"/>
          <a:lstStyle>
            <a:lvl1pPr algn="r">
              <a:defRPr sz="800"/>
            </a:lvl1pPr>
          </a:lstStyle>
          <a:p>
            <a:fld id="{E2576A4B-778B-4444-AC61-1986328B18B1}" type="datetimeFigureOut">
              <a:rPr kumimoji="1" lang="ja-JP" altLang="en-US" smtClean="0"/>
              <a:t>2025/12/11</a:t>
            </a:fld>
            <a:endParaRPr kumimoji="1" lang="ja-JP" altLang="en-US"/>
          </a:p>
        </p:txBody>
      </p:sp>
      <p:sp>
        <p:nvSpPr>
          <p:cNvPr id="4" name="フッター プレースホルダー 3"/>
          <p:cNvSpPr>
            <a:spLocks noGrp="1"/>
          </p:cNvSpPr>
          <p:nvPr>
            <p:ph type="ftr" sz="quarter" idx="2"/>
          </p:nvPr>
        </p:nvSpPr>
        <p:spPr>
          <a:xfrm>
            <a:off x="1" y="6457265"/>
            <a:ext cx="4301650" cy="340410"/>
          </a:xfrm>
          <a:prstGeom prst="rect">
            <a:avLst/>
          </a:prstGeom>
        </p:spPr>
        <p:txBody>
          <a:bodyPr vert="horz" lIns="62944" tIns="31473" rIns="62944" bIns="31473" rtlCol="0" anchor="b"/>
          <a:lstStyle>
            <a:lvl1pPr algn="l">
              <a:defRPr sz="800"/>
            </a:lvl1pPr>
          </a:lstStyle>
          <a:p>
            <a:endParaRPr kumimoji="1" lang="ja-JP" altLang="en-US"/>
          </a:p>
        </p:txBody>
      </p:sp>
      <p:sp>
        <p:nvSpPr>
          <p:cNvPr id="5" name="スライド番号プレースホルダー 4"/>
          <p:cNvSpPr>
            <a:spLocks noGrp="1"/>
          </p:cNvSpPr>
          <p:nvPr>
            <p:ph type="sldNum" sz="quarter" idx="3"/>
          </p:nvPr>
        </p:nvSpPr>
        <p:spPr>
          <a:xfrm>
            <a:off x="5623402" y="6457265"/>
            <a:ext cx="4301650" cy="340410"/>
          </a:xfrm>
          <a:prstGeom prst="rect">
            <a:avLst/>
          </a:prstGeom>
        </p:spPr>
        <p:txBody>
          <a:bodyPr vert="horz" lIns="62944" tIns="31473" rIns="62944" bIns="31473" rtlCol="0" anchor="b"/>
          <a:lstStyle>
            <a:lvl1pPr algn="r">
              <a:defRPr sz="800"/>
            </a:lvl1pPr>
          </a:lstStyle>
          <a:p>
            <a:fld id="{0FADC253-00B3-415C-B4FD-22E7CAD8C242}" type="slidenum">
              <a:rPr kumimoji="1" lang="ja-JP" altLang="en-US" smtClean="0"/>
              <a:t>‹#›</a:t>
            </a:fld>
            <a:endParaRPr kumimoji="1" lang="ja-JP" altLang="en-US"/>
          </a:p>
        </p:txBody>
      </p:sp>
    </p:spTree>
    <p:extLst>
      <p:ext uri="{BB962C8B-B14F-4D97-AF65-F5344CB8AC3E}">
        <p14:creationId xmlns:p14="http://schemas.microsoft.com/office/powerpoint/2010/main" val="40307148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0"/>
            <a:ext cx="4301544" cy="341064"/>
          </a:xfrm>
          <a:prstGeom prst="rect">
            <a:avLst/>
          </a:prstGeom>
        </p:spPr>
        <p:txBody>
          <a:bodyPr vert="horz" lIns="95550" tIns="47775" rIns="95550" bIns="47775" rtlCol="0"/>
          <a:lstStyle>
            <a:lvl1pPr algn="l">
              <a:defRPr sz="1200"/>
            </a:lvl1pPr>
          </a:lstStyle>
          <a:p>
            <a:endParaRPr kumimoji="1" lang="ja-JP" altLang="en-US"/>
          </a:p>
        </p:txBody>
      </p:sp>
      <p:sp>
        <p:nvSpPr>
          <p:cNvPr id="3" name="日付プレースホルダー 2"/>
          <p:cNvSpPr>
            <a:spLocks noGrp="1"/>
          </p:cNvSpPr>
          <p:nvPr>
            <p:ph type="dt" idx="1"/>
          </p:nvPr>
        </p:nvSpPr>
        <p:spPr>
          <a:xfrm>
            <a:off x="5622798" y="0"/>
            <a:ext cx="4301544" cy="341064"/>
          </a:xfrm>
          <a:prstGeom prst="rect">
            <a:avLst/>
          </a:prstGeom>
        </p:spPr>
        <p:txBody>
          <a:bodyPr vert="horz" lIns="95550" tIns="47775" rIns="95550" bIns="47775" rtlCol="0"/>
          <a:lstStyle>
            <a:lvl1pPr algn="r">
              <a:defRPr sz="1200"/>
            </a:lvl1pPr>
          </a:lstStyle>
          <a:p>
            <a:fld id="{77BB2CB4-990A-49C4-AADC-9B2CA19E50BC}" type="datetimeFigureOut">
              <a:rPr kumimoji="1" lang="ja-JP" altLang="en-US" smtClean="0"/>
              <a:t>2025/12/11</a:t>
            </a:fld>
            <a:endParaRPr kumimoji="1" lang="ja-JP" altLang="en-US"/>
          </a:p>
        </p:txBody>
      </p:sp>
      <p:sp>
        <p:nvSpPr>
          <p:cNvPr id="4" name="スライド イメージ プレースホルダー 3"/>
          <p:cNvSpPr>
            <a:spLocks noGrp="1" noRot="1" noChangeAspect="1"/>
          </p:cNvSpPr>
          <p:nvPr>
            <p:ph type="sldImg" idx="2"/>
          </p:nvPr>
        </p:nvSpPr>
        <p:spPr>
          <a:xfrm>
            <a:off x="3306763" y="849313"/>
            <a:ext cx="3313112" cy="2293937"/>
          </a:xfrm>
          <a:prstGeom prst="rect">
            <a:avLst/>
          </a:prstGeom>
          <a:noFill/>
          <a:ln w="12700">
            <a:solidFill>
              <a:prstClr val="black"/>
            </a:solidFill>
          </a:ln>
        </p:spPr>
        <p:txBody>
          <a:bodyPr vert="horz" lIns="95550" tIns="47775" rIns="95550" bIns="47775" rtlCol="0" anchor="ctr"/>
          <a:lstStyle/>
          <a:p>
            <a:endParaRPr lang="ja-JP" altLang="en-US"/>
          </a:p>
        </p:txBody>
      </p:sp>
      <p:sp>
        <p:nvSpPr>
          <p:cNvPr id="5" name="ノート プレースホルダー 4"/>
          <p:cNvSpPr>
            <a:spLocks noGrp="1"/>
          </p:cNvSpPr>
          <p:nvPr>
            <p:ph type="body" sz="quarter" idx="3"/>
          </p:nvPr>
        </p:nvSpPr>
        <p:spPr>
          <a:xfrm>
            <a:off x="992665" y="3271383"/>
            <a:ext cx="7941310" cy="2676584"/>
          </a:xfrm>
          <a:prstGeom prst="rect">
            <a:avLst/>
          </a:prstGeom>
        </p:spPr>
        <p:txBody>
          <a:bodyPr vert="horz" lIns="95550" tIns="47775" rIns="95550" bIns="4777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6456613"/>
            <a:ext cx="4301544" cy="341063"/>
          </a:xfrm>
          <a:prstGeom prst="rect">
            <a:avLst/>
          </a:prstGeom>
        </p:spPr>
        <p:txBody>
          <a:bodyPr vert="horz" lIns="95550" tIns="47775" rIns="95550" bIns="4777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5622798" y="6456613"/>
            <a:ext cx="4301544" cy="341063"/>
          </a:xfrm>
          <a:prstGeom prst="rect">
            <a:avLst/>
          </a:prstGeom>
        </p:spPr>
        <p:txBody>
          <a:bodyPr vert="horz" lIns="95550" tIns="47775" rIns="95550" bIns="47775" rtlCol="0" anchor="b"/>
          <a:lstStyle>
            <a:lvl1pPr algn="r">
              <a:defRPr sz="1200"/>
            </a:lvl1pPr>
          </a:lstStyle>
          <a:p>
            <a:fld id="{30F9B3CF-BB5E-499C-96DD-F47E22CF7B26}" type="slidenum">
              <a:rPr kumimoji="1" lang="ja-JP" altLang="en-US" smtClean="0"/>
              <a:t>‹#›</a:t>
            </a:fld>
            <a:endParaRPr kumimoji="1" lang="ja-JP" altLang="en-US"/>
          </a:p>
        </p:txBody>
      </p:sp>
    </p:spTree>
    <p:extLst>
      <p:ext uri="{BB962C8B-B14F-4D97-AF65-F5344CB8AC3E}">
        <p14:creationId xmlns:p14="http://schemas.microsoft.com/office/powerpoint/2010/main" val="390083993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306763" y="849313"/>
            <a:ext cx="3313112" cy="2293937"/>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30F9B3CF-BB5E-499C-96DD-F47E22CF7B26}" type="slidenum">
              <a:rPr kumimoji="1" lang="ja-JP" altLang="en-US" smtClean="0"/>
              <a:t>1</a:t>
            </a:fld>
            <a:endParaRPr kumimoji="1" lang="ja-JP" altLang="en-US"/>
          </a:p>
        </p:txBody>
      </p:sp>
    </p:spTree>
    <p:extLst>
      <p:ext uri="{BB962C8B-B14F-4D97-AF65-F5344CB8AC3E}">
        <p14:creationId xmlns:p14="http://schemas.microsoft.com/office/powerpoint/2010/main" val="19222285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DELETE FROM m_</a:t>
            </a:r>
            <a:r>
              <a:rPr kumimoji="1" lang="ja-JP" altLang="en-US" dirty="0"/>
              <a:t>社員</a:t>
            </a:r>
            <a:endParaRPr kumimoji="1" lang="en-US" altLang="ja-JP" dirty="0"/>
          </a:p>
          <a:p>
            <a:r>
              <a:rPr kumimoji="1" lang="en-US" altLang="ja-JP" dirty="0"/>
              <a:t>WHERE </a:t>
            </a:r>
            <a:r>
              <a:rPr kumimoji="1" lang="ja-JP" altLang="en-US" dirty="0"/>
              <a:t>登録者 </a:t>
            </a:r>
            <a:r>
              <a:rPr kumimoji="1" lang="en-US" altLang="ja-JP" dirty="0"/>
              <a:t>= ‘</a:t>
            </a:r>
            <a:r>
              <a:rPr kumimoji="1" lang="ja-JP" altLang="en-US"/>
              <a:t>永野浩志</a:t>
            </a:r>
            <a:r>
              <a:rPr kumimoji="1" lang="en-US" altLang="ja-JP"/>
              <a:t>’</a:t>
            </a:r>
            <a:endParaRPr kumimoji="1" lang="ja-JP" altLang="en-US" dirty="0"/>
          </a:p>
        </p:txBody>
      </p:sp>
      <p:sp>
        <p:nvSpPr>
          <p:cNvPr id="4" name="スライド番号プレースホルダー 3"/>
          <p:cNvSpPr>
            <a:spLocks noGrp="1"/>
          </p:cNvSpPr>
          <p:nvPr>
            <p:ph type="sldNum" sz="quarter" idx="5"/>
          </p:nvPr>
        </p:nvSpPr>
        <p:spPr/>
        <p:txBody>
          <a:bodyPr/>
          <a:lstStyle/>
          <a:p>
            <a:fld id="{30F9B3CF-BB5E-499C-96DD-F47E22CF7B26}" type="slidenum">
              <a:rPr kumimoji="1" lang="ja-JP" altLang="en-US" smtClean="0"/>
              <a:t>2</a:t>
            </a:fld>
            <a:endParaRPr kumimoji="1" lang="ja-JP" altLang="en-US"/>
          </a:p>
        </p:txBody>
      </p:sp>
    </p:spTree>
    <p:extLst>
      <p:ext uri="{BB962C8B-B14F-4D97-AF65-F5344CB8AC3E}">
        <p14:creationId xmlns:p14="http://schemas.microsoft.com/office/powerpoint/2010/main" val="17677537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a:t>
            </a:r>
            <a:r>
              <a:rPr kumimoji="1" lang="ja-JP" altLang="en-US" dirty="0"/>
              <a:t>例題</a:t>
            </a:r>
            <a:r>
              <a:rPr kumimoji="1" lang="en-US" altLang="ja-JP" dirty="0"/>
              <a:t>2】</a:t>
            </a:r>
          </a:p>
          <a:p>
            <a:r>
              <a:rPr kumimoji="1" lang="en-US" altLang="ja-JP" dirty="0"/>
              <a:t>START TRANSACTION;</a:t>
            </a:r>
          </a:p>
          <a:p>
            <a:endParaRPr kumimoji="1" lang="en-US" altLang="ja-JP" dirty="0"/>
          </a:p>
          <a:p>
            <a:r>
              <a:rPr kumimoji="1" lang="en-US" altLang="ja-JP" dirty="0"/>
              <a:t>DELETE FROM m_</a:t>
            </a:r>
            <a:r>
              <a:rPr kumimoji="1" lang="ja-JP" altLang="en-US" dirty="0"/>
              <a:t>社員</a:t>
            </a:r>
            <a:endParaRPr kumimoji="1" lang="en-US" altLang="ja-JP" dirty="0"/>
          </a:p>
          <a:p>
            <a:r>
              <a:rPr kumimoji="1" lang="en-US" altLang="ja-JP" dirty="0"/>
              <a:t>WHERE </a:t>
            </a:r>
            <a:r>
              <a:rPr kumimoji="1" lang="ja-JP" altLang="en-US" dirty="0"/>
              <a:t>社員</a:t>
            </a:r>
            <a:r>
              <a:rPr kumimoji="1" lang="en-US" altLang="ja-JP" dirty="0"/>
              <a:t>CD = 9;</a:t>
            </a:r>
          </a:p>
          <a:p>
            <a:endParaRPr kumimoji="1" lang="en-US" altLang="ja-JP" dirty="0"/>
          </a:p>
          <a:p>
            <a:r>
              <a:rPr kumimoji="1" lang="en-US" altLang="ja-JP" dirty="0"/>
              <a:t>ROLLBACK;</a:t>
            </a:r>
            <a:endParaRPr kumimoji="1" lang="ja-JP" altLang="en-US" dirty="0"/>
          </a:p>
        </p:txBody>
      </p:sp>
      <p:sp>
        <p:nvSpPr>
          <p:cNvPr id="4" name="スライド番号プレースホルダー 3"/>
          <p:cNvSpPr>
            <a:spLocks noGrp="1"/>
          </p:cNvSpPr>
          <p:nvPr>
            <p:ph type="sldNum" sz="quarter" idx="5"/>
          </p:nvPr>
        </p:nvSpPr>
        <p:spPr/>
        <p:txBody>
          <a:bodyPr/>
          <a:lstStyle/>
          <a:p>
            <a:fld id="{30F9B3CF-BB5E-499C-96DD-F47E22CF7B26}" type="slidenum">
              <a:rPr kumimoji="1" lang="ja-JP" altLang="en-US" smtClean="0"/>
              <a:t>5</a:t>
            </a:fld>
            <a:endParaRPr kumimoji="1" lang="ja-JP" altLang="en-US"/>
          </a:p>
        </p:txBody>
      </p:sp>
    </p:spTree>
    <p:extLst>
      <p:ext uri="{BB962C8B-B14F-4D97-AF65-F5344CB8AC3E}">
        <p14:creationId xmlns:p14="http://schemas.microsoft.com/office/powerpoint/2010/main" val="147325239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906396"/>
            <a:ext cx="8420100" cy="721361"/>
          </a:xfrm>
          <a:prstGeom prst="rect">
            <a:avLst/>
          </a:prstGeom>
        </p:spPr>
        <p:txBody>
          <a:bodyPr anchor="ctr">
            <a:normAutofit/>
          </a:bodyPr>
          <a:lstStyle>
            <a:lvl1pPr algn="ctr">
              <a:defRPr sz="3600">
                <a:latin typeface="メイリオ" panose="020B0604030504040204" pitchFamily="50" charset="-128"/>
                <a:ea typeface="メイリオ" panose="020B0604030504040204" pitchFamily="50" charset="-128"/>
                <a:cs typeface="メイリオ" panose="020B0604030504040204" pitchFamily="50" charset="-128"/>
              </a:defRPr>
            </a:lvl1pPr>
          </a:lstStyle>
          <a:p>
            <a:r>
              <a:rPr lang="ja-JP" altLang="en-US" dirty="0"/>
              <a:t>マスター タイトルの書式設定</a:t>
            </a:r>
            <a:endParaRPr lang="en-US" dirty="0"/>
          </a:p>
        </p:txBody>
      </p:sp>
      <p:sp>
        <p:nvSpPr>
          <p:cNvPr id="3" name="Subtitle 2"/>
          <p:cNvSpPr>
            <a:spLocks noGrp="1"/>
          </p:cNvSpPr>
          <p:nvPr>
            <p:ph type="subTitle" idx="1"/>
          </p:nvPr>
        </p:nvSpPr>
        <p:spPr>
          <a:xfrm>
            <a:off x="1238250" y="2820795"/>
            <a:ext cx="7429500" cy="726440"/>
          </a:xfrm>
          <a:prstGeom prst="rect">
            <a:avLst/>
          </a:prstGeom>
        </p:spPr>
        <p:txBody>
          <a:bodyPr anchor="ctr">
            <a:normAutofit/>
          </a:bodyPr>
          <a:lstStyle>
            <a:lvl1pPr marL="0" indent="0" algn="ctr">
              <a:buNone/>
              <a:defRPr sz="1600">
                <a:latin typeface="メイリオ" panose="020B0604030504040204" pitchFamily="50" charset="-128"/>
                <a:ea typeface="メイリオ" panose="020B0604030504040204" pitchFamily="50" charset="-128"/>
                <a:cs typeface="メイリオ" panose="020B0604030504040204" pitchFamily="50" charset="-128"/>
              </a:defRPr>
            </a:lvl1pPr>
            <a:lvl2pPr marL="457197" indent="0" algn="ctr">
              <a:buNone/>
              <a:defRPr sz="2000"/>
            </a:lvl2pPr>
            <a:lvl3pPr marL="914395" indent="0" algn="ctr">
              <a:buNone/>
              <a:defRPr sz="1800"/>
            </a:lvl3pPr>
            <a:lvl4pPr marL="1371592" indent="0" algn="ctr">
              <a:buNone/>
              <a:defRPr sz="1600"/>
            </a:lvl4pPr>
            <a:lvl5pPr marL="1828789" indent="0" algn="ctr">
              <a:buNone/>
              <a:defRPr sz="1600"/>
            </a:lvl5pPr>
            <a:lvl6pPr marL="2285987" indent="0" algn="ctr">
              <a:buNone/>
              <a:defRPr sz="1600"/>
            </a:lvl6pPr>
            <a:lvl7pPr marL="2743184" indent="0" algn="ctr">
              <a:buNone/>
              <a:defRPr sz="1600"/>
            </a:lvl7pPr>
            <a:lvl8pPr marL="3200381" indent="0" algn="ctr">
              <a:buNone/>
              <a:defRPr sz="1600"/>
            </a:lvl8pPr>
            <a:lvl9pPr marL="3657579" indent="0" algn="ctr">
              <a:buNone/>
              <a:defRPr sz="1600"/>
            </a:lvl9pPr>
          </a:lstStyle>
          <a:p>
            <a:r>
              <a:rPr lang="ja-JP" altLang="en-US"/>
              <a:t>マスター サブタイトルの書式設定</a:t>
            </a:r>
            <a:endParaRPr lang="en-US" dirty="0"/>
          </a:p>
        </p:txBody>
      </p:sp>
      <p:sp>
        <p:nvSpPr>
          <p:cNvPr id="6" name="Slide Number Placeholder 5"/>
          <p:cNvSpPr>
            <a:spLocks noGrp="1"/>
          </p:cNvSpPr>
          <p:nvPr>
            <p:ph type="sldNum" sz="quarter" idx="12"/>
          </p:nvPr>
        </p:nvSpPr>
        <p:spPr>
          <a:xfrm>
            <a:off x="7668260" y="6519600"/>
            <a:ext cx="2228850" cy="324000"/>
          </a:xfrm>
        </p:spPr>
        <p:txBody>
          <a:bodyPr/>
          <a:lstStyle>
            <a:lvl1pPr>
              <a:defRPr sz="1100">
                <a:latin typeface="メイリオ" panose="020B0604030504040204" pitchFamily="50" charset="-128"/>
                <a:ea typeface="メイリオ" panose="020B0604030504040204" pitchFamily="50" charset="-128"/>
                <a:cs typeface="メイリオ" panose="020B0604030504040204" pitchFamily="50" charset="-128"/>
              </a:defRPr>
            </a:lvl1pPr>
          </a:lstStyle>
          <a:p>
            <a:fld id="{0BDC6CC0-337C-4DEC-BAED-08CE4EABF7AC}" type="slidenum">
              <a:rPr lang="ja-JP" altLang="en-US" smtClean="0"/>
              <a:pPr/>
              <a:t>‹#›</a:t>
            </a:fld>
            <a:endParaRPr lang="ja-JP" altLang="en-US" dirty="0"/>
          </a:p>
        </p:txBody>
      </p:sp>
      <p:pic>
        <p:nvPicPr>
          <p:cNvPr id="10" name="図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203440" y="37797"/>
            <a:ext cx="2672018" cy="464406"/>
          </a:xfrm>
          <a:prstGeom prst="rect">
            <a:avLst/>
          </a:prstGeom>
        </p:spPr>
      </p:pic>
    </p:spTree>
    <p:extLst>
      <p:ext uri="{BB962C8B-B14F-4D97-AF65-F5344CB8AC3E}">
        <p14:creationId xmlns:p14="http://schemas.microsoft.com/office/powerpoint/2010/main" val="4788281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2" name="タイトル 1"/>
          <p:cNvSpPr>
            <a:spLocks noGrp="1"/>
          </p:cNvSpPr>
          <p:nvPr>
            <p:ph type="title"/>
          </p:nvPr>
        </p:nvSpPr>
        <p:spPr>
          <a:xfrm>
            <a:off x="112543" y="62073"/>
            <a:ext cx="9784308" cy="444366"/>
          </a:xfrm>
          <a:prstGeom prst="rect">
            <a:avLst/>
          </a:prstGeom>
        </p:spPr>
        <p:txBody>
          <a:bodyPr vert="horz" anchor="ctr">
            <a:noAutofit/>
          </a:bodyPr>
          <a:lstStyle>
            <a:lvl1pPr>
              <a:lnSpc>
                <a:spcPts val="3360"/>
              </a:lnSpc>
              <a:defRPr sz="2800">
                <a:solidFill>
                  <a:schemeClr val="bg1"/>
                </a:solidFill>
                <a:latin typeface="メイリオ" panose="020B0604030504040204" pitchFamily="50" charset="-128"/>
                <a:ea typeface="メイリオ" panose="020B0604030504040204" pitchFamily="50" charset="-128"/>
                <a:cs typeface="メイリオ" panose="020B0604030504040204" pitchFamily="50" charset="-128"/>
              </a:defRPr>
            </a:lvl1pPr>
          </a:lstStyle>
          <a:p>
            <a:r>
              <a:rPr kumimoji="1" lang="ja-JP" altLang="en-US" dirty="0"/>
              <a:t>マスター タイトルの書式設定</a:t>
            </a:r>
          </a:p>
        </p:txBody>
      </p:sp>
      <p:sp>
        <p:nvSpPr>
          <p:cNvPr id="5" name="スライド番号プレースホルダー 4"/>
          <p:cNvSpPr>
            <a:spLocks noGrp="1"/>
          </p:cNvSpPr>
          <p:nvPr>
            <p:ph type="sldNum" sz="quarter" idx="12"/>
          </p:nvPr>
        </p:nvSpPr>
        <p:spPr>
          <a:xfrm>
            <a:off x="7668000" y="6543434"/>
            <a:ext cx="2228850" cy="276999"/>
          </a:xfrm>
        </p:spPr>
        <p:txBody>
          <a:bodyPr vert="horz">
            <a:noAutofit/>
          </a:bodyPr>
          <a:lstStyle>
            <a:lvl1pPr>
              <a:defRPr>
                <a:solidFill>
                  <a:srgbClr val="898989"/>
                </a:solidFill>
              </a:defRPr>
            </a:lvl1pPr>
          </a:lstStyle>
          <a:p>
            <a:fld id="{0BDC6CC0-337C-4DEC-BAED-08CE4EABF7AC}" type="slidenum">
              <a:rPr lang="ja-JP" altLang="en-US" smtClean="0"/>
              <a:pPr/>
              <a:t>‹#›</a:t>
            </a:fld>
            <a:endParaRPr lang="ja-JP" altLang="en-US" dirty="0"/>
          </a:p>
        </p:txBody>
      </p:sp>
    </p:spTree>
    <p:extLst>
      <p:ext uri="{BB962C8B-B14F-4D97-AF65-F5344CB8AC3E}">
        <p14:creationId xmlns:p14="http://schemas.microsoft.com/office/powerpoint/2010/main" val="126554005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正方形/長方形 6"/>
          <p:cNvSpPr/>
          <p:nvPr userDrawn="1"/>
        </p:nvSpPr>
        <p:spPr>
          <a:xfrm>
            <a:off x="0" y="0"/>
            <a:ext cx="9906000" cy="540000"/>
          </a:xfrm>
          <a:prstGeom prst="rect">
            <a:avLst/>
          </a:prstGeom>
          <a:solidFill>
            <a:srgbClr val="55AC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dirty="0"/>
          </a:p>
        </p:txBody>
      </p:sp>
      <p:sp>
        <p:nvSpPr>
          <p:cNvPr id="6" name="Slide Number Placeholder 5"/>
          <p:cNvSpPr>
            <a:spLocks noGrp="1"/>
          </p:cNvSpPr>
          <p:nvPr>
            <p:ph type="sldNum" sz="quarter" idx="4"/>
          </p:nvPr>
        </p:nvSpPr>
        <p:spPr>
          <a:xfrm>
            <a:off x="7668000" y="6519932"/>
            <a:ext cx="2228850" cy="324000"/>
          </a:xfrm>
          <a:prstGeom prst="rect">
            <a:avLst/>
          </a:prstGeom>
        </p:spPr>
        <p:txBody>
          <a:bodyPr vert="horz" lIns="91440" tIns="45720" rIns="91440" bIns="45720" rtlCol="0" anchor="ctr"/>
          <a:lstStyle>
            <a:lvl1pPr algn="r">
              <a:defRPr sz="1200">
                <a:solidFill>
                  <a:schemeClr val="tx1">
                    <a:tint val="75000"/>
                  </a:schemeClr>
                </a:solidFill>
              </a:defRPr>
            </a:lvl1pPr>
          </a:lstStyle>
          <a:p>
            <a:fld id="{0BDC6CC0-337C-4DEC-BAED-08CE4EABF7AC}" type="slidenum">
              <a:rPr kumimoji="1" lang="ja-JP" altLang="en-US" smtClean="0"/>
              <a:t>‹#›</a:t>
            </a:fld>
            <a:endParaRPr kumimoji="1" lang="ja-JP" altLang="en-US"/>
          </a:p>
        </p:txBody>
      </p:sp>
      <p:cxnSp>
        <p:nvCxnSpPr>
          <p:cNvPr id="8" name="直線コネクタ 7"/>
          <p:cNvCxnSpPr/>
          <p:nvPr userDrawn="1"/>
        </p:nvCxnSpPr>
        <p:spPr>
          <a:xfrm>
            <a:off x="0" y="6478807"/>
            <a:ext cx="9906000" cy="0"/>
          </a:xfrm>
          <a:prstGeom prst="line">
            <a:avLst/>
          </a:prstGeom>
          <a:ln w="38100">
            <a:solidFill>
              <a:srgbClr val="55ACEE"/>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4037557"/>
      </p:ext>
    </p:extLst>
  </p:cSld>
  <p:clrMap bg1="lt1" tx1="dk1" bg2="lt2" tx2="dk2" accent1="accent1" accent2="accent2" accent3="accent3" accent4="accent4" accent5="accent5" accent6="accent6" hlink="hlink" folHlink="folHlink"/>
  <p:sldLayoutIdLst>
    <p:sldLayoutId id="2147483673" r:id="rId1"/>
    <p:sldLayoutId id="2147483674" r:id="rId2"/>
  </p:sldLayoutIdLst>
  <p:hf hdr="0" ftr="0" dt="0"/>
  <p:txStyles>
    <p:titleStyle>
      <a:lvl1pPr algn="l" defTabSz="914395"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599" indent="-228599" algn="l" defTabSz="914395"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96" indent="-228599" algn="l" defTabSz="914395"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93" indent="-228599" algn="l" defTabSz="914395"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91" indent="-228599" algn="l" defTabSz="91439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88" indent="-228599" algn="l" defTabSz="91439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85" indent="-228599" algn="l" defTabSz="91439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83" indent="-228599" algn="l" defTabSz="91439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80" indent="-228599" algn="l" defTabSz="91439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77" indent="-228599" algn="l" defTabSz="91439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395" rtl="0" eaLnBrk="1" latinLnBrk="0" hangingPunct="1">
        <a:defRPr kumimoji="1" sz="1800" kern="1200">
          <a:solidFill>
            <a:schemeClr val="tx1"/>
          </a:solidFill>
          <a:latin typeface="+mn-lt"/>
          <a:ea typeface="+mn-ea"/>
          <a:cs typeface="+mn-cs"/>
        </a:defRPr>
      </a:lvl1pPr>
      <a:lvl2pPr marL="457197" algn="l" defTabSz="914395" rtl="0" eaLnBrk="1" latinLnBrk="0" hangingPunct="1">
        <a:defRPr kumimoji="1" sz="1800" kern="1200">
          <a:solidFill>
            <a:schemeClr val="tx1"/>
          </a:solidFill>
          <a:latin typeface="+mn-lt"/>
          <a:ea typeface="+mn-ea"/>
          <a:cs typeface="+mn-cs"/>
        </a:defRPr>
      </a:lvl2pPr>
      <a:lvl3pPr marL="914395" algn="l" defTabSz="914395" rtl="0" eaLnBrk="1" latinLnBrk="0" hangingPunct="1">
        <a:defRPr kumimoji="1" sz="1800" kern="1200">
          <a:solidFill>
            <a:schemeClr val="tx1"/>
          </a:solidFill>
          <a:latin typeface="+mn-lt"/>
          <a:ea typeface="+mn-ea"/>
          <a:cs typeface="+mn-cs"/>
        </a:defRPr>
      </a:lvl3pPr>
      <a:lvl4pPr marL="1371592" algn="l" defTabSz="914395" rtl="0" eaLnBrk="1" latinLnBrk="0" hangingPunct="1">
        <a:defRPr kumimoji="1" sz="1800" kern="1200">
          <a:solidFill>
            <a:schemeClr val="tx1"/>
          </a:solidFill>
          <a:latin typeface="+mn-lt"/>
          <a:ea typeface="+mn-ea"/>
          <a:cs typeface="+mn-cs"/>
        </a:defRPr>
      </a:lvl4pPr>
      <a:lvl5pPr marL="1828789" algn="l" defTabSz="914395" rtl="0" eaLnBrk="1" latinLnBrk="0" hangingPunct="1">
        <a:defRPr kumimoji="1" sz="1800" kern="1200">
          <a:solidFill>
            <a:schemeClr val="tx1"/>
          </a:solidFill>
          <a:latin typeface="+mn-lt"/>
          <a:ea typeface="+mn-ea"/>
          <a:cs typeface="+mn-cs"/>
        </a:defRPr>
      </a:lvl5pPr>
      <a:lvl6pPr marL="2285987" algn="l" defTabSz="914395" rtl="0" eaLnBrk="1" latinLnBrk="0" hangingPunct="1">
        <a:defRPr kumimoji="1" sz="1800" kern="1200">
          <a:solidFill>
            <a:schemeClr val="tx1"/>
          </a:solidFill>
          <a:latin typeface="+mn-lt"/>
          <a:ea typeface="+mn-ea"/>
          <a:cs typeface="+mn-cs"/>
        </a:defRPr>
      </a:lvl6pPr>
      <a:lvl7pPr marL="2743184" algn="l" defTabSz="914395" rtl="0" eaLnBrk="1" latinLnBrk="0" hangingPunct="1">
        <a:defRPr kumimoji="1" sz="1800" kern="1200">
          <a:solidFill>
            <a:schemeClr val="tx1"/>
          </a:solidFill>
          <a:latin typeface="+mn-lt"/>
          <a:ea typeface="+mn-ea"/>
          <a:cs typeface="+mn-cs"/>
        </a:defRPr>
      </a:lvl7pPr>
      <a:lvl8pPr marL="3200381" algn="l" defTabSz="914395" rtl="0" eaLnBrk="1" latinLnBrk="0" hangingPunct="1">
        <a:defRPr kumimoji="1" sz="1800" kern="1200">
          <a:solidFill>
            <a:schemeClr val="tx1"/>
          </a:solidFill>
          <a:latin typeface="+mn-lt"/>
          <a:ea typeface="+mn-ea"/>
          <a:cs typeface="+mn-cs"/>
        </a:defRPr>
      </a:lvl8pPr>
      <a:lvl9pPr marL="3657579" algn="l" defTabSz="914395"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742950" y="2170555"/>
            <a:ext cx="8420100" cy="721361"/>
          </a:xfrm>
        </p:spPr>
        <p:txBody>
          <a:bodyPr>
            <a:normAutofit/>
          </a:bodyPr>
          <a:lstStyle/>
          <a:p>
            <a:r>
              <a:rPr lang="en-US" altLang="ja-JP" sz="2800" dirty="0"/>
              <a:t>【</a:t>
            </a:r>
            <a:r>
              <a:rPr lang="ja-JP" altLang="en-US" sz="2800" dirty="0"/>
              <a:t>第</a:t>
            </a:r>
            <a:r>
              <a:rPr lang="en-US" altLang="ja-JP" sz="2800" dirty="0"/>
              <a:t>5</a:t>
            </a:r>
            <a:r>
              <a:rPr lang="ja-JP" altLang="en-US" sz="2800" dirty="0"/>
              <a:t>回</a:t>
            </a:r>
            <a:r>
              <a:rPr lang="en-US" altLang="ja-JP" sz="2800" dirty="0"/>
              <a:t>】DELETE</a:t>
            </a:r>
            <a:r>
              <a:rPr lang="ja-JP" altLang="en-US" sz="2800" dirty="0"/>
              <a:t>文・</a:t>
            </a:r>
            <a:r>
              <a:rPr lang="en-US" altLang="ja-JP" sz="2800" dirty="0"/>
              <a:t>TRANSACTION</a:t>
            </a:r>
            <a:r>
              <a:rPr lang="ja-JP" altLang="en-US" sz="2800" dirty="0"/>
              <a:t>について</a:t>
            </a:r>
            <a:endParaRPr kumimoji="1" lang="ja-JP" altLang="en-US" sz="2800" dirty="0"/>
          </a:p>
        </p:txBody>
      </p:sp>
      <p:sp>
        <p:nvSpPr>
          <p:cNvPr id="5" name="スライド番号プレースホルダー 4"/>
          <p:cNvSpPr>
            <a:spLocks noGrp="1"/>
          </p:cNvSpPr>
          <p:nvPr>
            <p:ph type="sldNum" sz="quarter" idx="12"/>
          </p:nvPr>
        </p:nvSpPr>
        <p:spPr/>
        <p:txBody>
          <a:bodyPr/>
          <a:lstStyle/>
          <a:p>
            <a:fld id="{0BDC6CC0-337C-4DEC-BAED-08CE4EABF7AC}" type="slidenum">
              <a:rPr lang="ja-JP" altLang="en-US" smtClean="0"/>
              <a:pPr/>
              <a:t>1</a:t>
            </a:fld>
            <a:endParaRPr lang="ja-JP" altLang="en-US"/>
          </a:p>
        </p:txBody>
      </p:sp>
      <p:sp>
        <p:nvSpPr>
          <p:cNvPr id="6" name="字幕 5">
            <a:extLst>
              <a:ext uri="{FF2B5EF4-FFF2-40B4-BE49-F238E27FC236}">
                <a16:creationId xmlns:a16="http://schemas.microsoft.com/office/drawing/2014/main" id="{965CA2C2-7036-4887-B651-FDDDA96932CB}"/>
              </a:ext>
            </a:extLst>
          </p:cNvPr>
          <p:cNvSpPr>
            <a:spLocks noGrp="1"/>
          </p:cNvSpPr>
          <p:nvPr>
            <p:ph type="subTitle" idx="1"/>
          </p:nvPr>
        </p:nvSpPr>
        <p:spPr/>
        <p:txBody>
          <a:bodyPr/>
          <a:lstStyle/>
          <a:p>
            <a:endParaRPr lang="ja-JP" altLang="en-US" dirty="0"/>
          </a:p>
        </p:txBody>
      </p:sp>
    </p:spTree>
    <p:extLst>
      <p:ext uri="{BB962C8B-B14F-4D97-AF65-F5344CB8AC3E}">
        <p14:creationId xmlns:p14="http://schemas.microsoft.com/office/powerpoint/2010/main" val="77760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F9091-6F42-244F-E19A-17186AF21322}"/>
              </a:ext>
            </a:extLst>
          </p:cNvPr>
          <p:cNvSpPr>
            <a:spLocks noGrp="1"/>
          </p:cNvSpPr>
          <p:nvPr>
            <p:ph type="title"/>
          </p:nvPr>
        </p:nvSpPr>
        <p:spPr/>
        <p:txBody>
          <a:bodyPr/>
          <a:lstStyle/>
          <a:p>
            <a:r>
              <a:rPr kumimoji="1" lang="en-US" altLang="ja-JP" dirty="0"/>
              <a:t>1. DELETE</a:t>
            </a:r>
            <a:r>
              <a:rPr kumimoji="1" lang="ja-JP" altLang="en-US" dirty="0"/>
              <a:t>文の基本について</a:t>
            </a:r>
          </a:p>
        </p:txBody>
      </p:sp>
      <p:sp>
        <p:nvSpPr>
          <p:cNvPr id="3" name="スライド番号プレースホルダー 2">
            <a:extLst>
              <a:ext uri="{FF2B5EF4-FFF2-40B4-BE49-F238E27FC236}">
                <a16:creationId xmlns:a16="http://schemas.microsoft.com/office/drawing/2014/main" id="{47C23008-39BF-D632-E213-277D0199F6A6}"/>
              </a:ext>
            </a:extLst>
          </p:cNvPr>
          <p:cNvSpPr>
            <a:spLocks noGrp="1"/>
          </p:cNvSpPr>
          <p:nvPr>
            <p:ph type="sldNum" sz="quarter" idx="12"/>
          </p:nvPr>
        </p:nvSpPr>
        <p:spPr/>
        <p:txBody>
          <a:bodyPr/>
          <a:lstStyle/>
          <a:p>
            <a:fld id="{0BDC6CC0-337C-4DEC-BAED-08CE4EABF7AC}" type="slidenum">
              <a:rPr lang="ja-JP" altLang="en-US" smtClean="0"/>
              <a:pPr/>
              <a:t>2</a:t>
            </a:fld>
            <a:endParaRPr lang="ja-JP" altLang="en-US" dirty="0"/>
          </a:p>
        </p:txBody>
      </p:sp>
      <p:sp>
        <p:nvSpPr>
          <p:cNvPr id="4" name="テキスト ボックス 3">
            <a:extLst>
              <a:ext uri="{FF2B5EF4-FFF2-40B4-BE49-F238E27FC236}">
                <a16:creationId xmlns:a16="http://schemas.microsoft.com/office/drawing/2014/main" id="{AB94D069-77E8-6064-227C-F7B668D3A08B}"/>
              </a:ext>
            </a:extLst>
          </p:cNvPr>
          <p:cNvSpPr txBox="1"/>
          <p:nvPr/>
        </p:nvSpPr>
        <p:spPr>
          <a:xfrm>
            <a:off x="112541" y="576001"/>
            <a:ext cx="9636369" cy="307777"/>
          </a:xfrm>
          <a:prstGeom prst="rect">
            <a:avLst/>
          </a:prstGeom>
          <a:noFill/>
        </p:spPr>
        <p:txBody>
          <a:bodyPr wrap="square" rtlCol="0">
            <a:spAutoFit/>
          </a:bodyPr>
          <a:lstStyle/>
          <a:p>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1-1. DELETE</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文でできること</a:t>
            </a:r>
            <a:endPar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 name="テキスト ボックス 4">
            <a:extLst>
              <a:ext uri="{FF2B5EF4-FFF2-40B4-BE49-F238E27FC236}">
                <a16:creationId xmlns:a16="http://schemas.microsoft.com/office/drawing/2014/main" id="{480A354C-6E7A-51B1-A941-6B1ED47CB682}"/>
              </a:ext>
            </a:extLst>
          </p:cNvPr>
          <p:cNvSpPr txBox="1"/>
          <p:nvPr/>
        </p:nvSpPr>
        <p:spPr>
          <a:xfrm>
            <a:off x="112541" y="953339"/>
            <a:ext cx="9636369" cy="738664"/>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DELETE</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文を使用すると、指定したテーブルの指定したデータを削除することができる。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他の</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SQL</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文と同様に、データベースの種類により記述する際の文法等は異なるが、基本的な</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DELETE</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文の構造や要</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素は多くのデータベースで共通していることが多い。</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0" name="テキスト ボックス 9">
            <a:extLst>
              <a:ext uri="{FF2B5EF4-FFF2-40B4-BE49-F238E27FC236}">
                <a16:creationId xmlns:a16="http://schemas.microsoft.com/office/drawing/2014/main" id="{9BBD20DC-258D-8480-A551-49E9F0C9449E}"/>
              </a:ext>
            </a:extLst>
          </p:cNvPr>
          <p:cNvSpPr txBox="1"/>
          <p:nvPr/>
        </p:nvSpPr>
        <p:spPr>
          <a:xfrm>
            <a:off x="112541" y="1761564"/>
            <a:ext cx="9636369" cy="307777"/>
          </a:xfrm>
          <a:prstGeom prst="rect">
            <a:avLst/>
          </a:prstGeom>
          <a:noFill/>
        </p:spPr>
        <p:txBody>
          <a:bodyPr wrap="square" rtlCol="0">
            <a:spAutoFit/>
          </a:bodyPr>
          <a:lstStyle/>
          <a:p>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1-2. DELETE</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文の基本的な構造</a:t>
            </a:r>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1" name="テキスト ボックス 10">
            <a:extLst>
              <a:ext uri="{FF2B5EF4-FFF2-40B4-BE49-F238E27FC236}">
                <a16:creationId xmlns:a16="http://schemas.microsoft.com/office/drawing/2014/main" id="{368FB3E5-0839-61C5-F0A9-9C82825FA09C}"/>
              </a:ext>
            </a:extLst>
          </p:cNvPr>
          <p:cNvSpPr txBox="1"/>
          <p:nvPr/>
        </p:nvSpPr>
        <p:spPr>
          <a:xfrm>
            <a:off x="112541" y="2138902"/>
            <a:ext cx="9636369" cy="2893100"/>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DELETE</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文を記述するには、データベースごとに一定の文法に従って記述する必要がある。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DELETE</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文を構成する基本的な要素は以下の通りである。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DELETE FROM [</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テーブル名</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WHERE [</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絞込条件を指定するフィールド</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 [</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絞り込むための条件値</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AND [</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絞込条件を指定するフィールド</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 [</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絞り込むための条件値</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p>
          <a:p>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DELETE</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文では、削除するべきレコードのみを正しく削除するために適切に</a:t>
            </a:r>
            <a:r>
              <a:rPr lang="en-US" altLang="ja-JP"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WHERE</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句を指定する必要がある。</a:t>
            </a:r>
            <a:endParaRPr lang="en-US" altLang="ja-JP"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WHERE</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句を指定せずに</a:t>
            </a:r>
            <a:r>
              <a:rPr lang="en-US" altLang="ja-JP"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DELETE</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文を実行した際には、指定したテーブルの全てのデータが削除されるため、</a:t>
            </a:r>
            <a:endParaRPr lang="en-US" altLang="ja-JP"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注意が必要である。</a:t>
            </a:r>
            <a:endParaRPr lang="en-US" altLang="ja-JP"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例題</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1】</a:t>
            </a: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400" dirty="0" err="1">
                <a:latin typeface="メイリオ" panose="020B0604030504040204" pitchFamily="50" charset="-128"/>
                <a:ea typeface="メイリオ" panose="020B0604030504040204" pitchFamily="50" charset="-128"/>
                <a:cs typeface="メイリオ" panose="020B0604030504040204" pitchFamily="50" charset="-128"/>
              </a:rPr>
              <a:t>itb_sql_lecure</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スキーマの</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[m_</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社員</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の</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登録者</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が自分のレコードを削除する</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DELETE</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文を作成しなさい。</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458726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7B68D-88FB-D5CB-603C-FBFD64F4A79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99BFBFB-4C0A-2DB9-2B68-CFC9DDB93F77}"/>
              </a:ext>
            </a:extLst>
          </p:cNvPr>
          <p:cNvSpPr>
            <a:spLocks noGrp="1"/>
          </p:cNvSpPr>
          <p:nvPr>
            <p:ph type="title"/>
          </p:nvPr>
        </p:nvSpPr>
        <p:spPr/>
        <p:txBody>
          <a:bodyPr/>
          <a:lstStyle/>
          <a:p>
            <a:r>
              <a:rPr kumimoji="1" lang="en-US" altLang="ja-JP" dirty="0"/>
              <a:t>2. DELETE</a:t>
            </a:r>
            <a:r>
              <a:rPr kumimoji="1" lang="ja-JP" altLang="en-US" dirty="0"/>
              <a:t>文の応用について</a:t>
            </a:r>
          </a:p>
        </p:txBody>
      </p:sp>
      <p:sp>
        <p:nvSpPr>
          <p:cNvPr id="3" name="スライド番号プレースホルダー 2">
            <a:extLst>
              <a:ext uri="{FF2B5EF4-FFF2-40B4-BE49-F238E27FC236}">
                <a16:creationId xmlns:a16="http://schemas.microsoft.com/office/drawing/2014/main" id="{4C798F60-A6BA-A501-8EB4-3034F74F0956}"/>
              </a:ext>
            </a:extLst>
          </p:cNvPr>
          <p:cNvSpPr>
            <a:spLocks noGrp="1"/>
          </p:cNvSpPr>
          <p:nvPr>
            <p:ph type="sldNum" sz="quarter" idx="12"/>
          </p:nvPr>
        </p:nvSpPr>
        <p:spPr/>
        <p:txBody>
          <a:bodyPr/>
          <a:lstStyle/>
          <a:p>
            <a:fld id="{0BDC6CC0-337C-4DEC-BAED-08CE4EABF7AC}" type="slidenum">
              <a:rPr lang="ja-JP" altLang="en-US" smtClean="0"/>
              <a:pPr/>
              <a:t>3</a:t>
            </a:fld>
            <a:endParaRPr lang="ja-JP" altLang="en-US" dirty="0"/>
          </a:p>
        </p:txBody>
      </p:sp>
      <p:sp>
        <p:nvSpPr>
          <p:cNvPr id="4" name="テキスト ボックス 3">
            <a:extLst>
              <a:ext uri="{FF2B5EF4-FFF2-40B4-BE49-F238E27FC236}">
                <a16:creationId xmlns:a16="http://schemas.microsoft.com/office/drawing/2014/main" id="{A0B6A565-BC97-3EEE-6CA1-42BDE662E379}"/>
              </a:ext>
            </a:extLst>
          </p:cNvPr>
          <p:cNvSpPr txBox="1"/>
          <p:nvPr/>
        </p:nvSpPr>
        <p:spPr>
          <a:xfrm>
            <a:off x="112541" y="576001"/>
            <a:ext cx="9636369" cy="307777"/>
          </a:xfrm>
          <a:prstGeom prst="rect">
            <a:avLst/>
          </a:prstGeom>
          <a:noFill/>
        </p:spPr>
        <p:txBody>
          <a:bodyPr wrap="square" rtlCol="0">
            <a:spAutoFit/>
          </a:bodyPr>
          <a:lstStyle/>
          <a:p>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2-1. </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別のテーブルの値を利用した</a:t>
            </a:r>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DELETE</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文について</a:t>
            </a:r>
            <a:endPar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 name="テキスト ボックス 4">
            <a:extLst>
              <a:ext uri="{FF2B5EF4-FFF2-40B4-BE49-F238E27FC236}">
                <a16:creationId xmlns:a16="http://schemas.microsoft.com/office/drawing/2014/main" id="{F9A6BDD1-BC9A-D1D3-3E57-D0AEB62420F9}"/>
              </a:ext>
            </a:extLst>
          </p:cNvPr>
          <p:cNvSpPr txBox="1"/>
          <p:nvPr/>
        </p:nvSpPr>
        <p:spPr>
          <a:xfrm>
            <a:off x="112541" y="953339"/>
            <a:ext cx="9636369" cy="2677656"/>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削除対象のテーブルと別のテーブルを結合することで結合の結果で取得できるレコードを一括で削除することが</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できる。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DELETE [</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エイリアス名</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FROM [</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テーブル名</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AS [</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エイリアス名</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(INNER </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LEFT </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RIGHT) JOIN [</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結合対象のテーブル</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AS [</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結合対象テーブルのエイリアス名</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ON [</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結合条件</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WHERE [</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絞込条件を指定するフィールド</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 [</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絞り込むための条件値</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AND [</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絞込条件を指定するフィールド</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 [</a:t>
            </a:r>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絞り込むための条件値</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p>
          <a:p>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削除対象のテーブルの値を使用して一括で削除対象を指定できない場合などに使用する。</a:t>
            </a:r>
            <a:endParaRPr lang="en-US" altLang="ja-JP"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02371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AEA71CB-9EE2-A789-55E8-FC95752CA1A5}"/>
              </a:ext>
            </a:extLst>
          </p:cNvPr>
          <p:cNvSpPr>
            <a:spLocks noGrp="1"/>
          </p:cNvSpPr>
          <p:nvPr>
            <p:ph type="title"/>
          </p:nvPr>
        </p:nvSpPr>
        <p:spPr/>
        <p:txBody>
          <a:bodyPr/>
          <a:lstStyle/>
          <a:p>
            <a:r>
              <a:rPr lang="en-US" altLang="ja-JP" dirty="0"/>
              <a:t>3. TRANSACTION</a:t>
            </a:r>
            <a:r>
              <a:rPr lang="ja-JP" altLang="en-US" dirty="0"/>
              <a:t>とは？</a:t>
            </a:r>
            <a:endParaRPr kumimoji="1" lang="ja-JP" altLang="en-US" dirty="0"/>
          </a:p>
        </p:txBody>
      </p:sp>
      <p:sp>
        <p:nvSpPr>
          <p:cNvPr id="3" name="スライド番号プレースホルダー 2">
            <a:extLst>
              <a:ext uri="{FF2B5EF4-FFF2-40B4-BE49-F238E27FC236}">
                <a16:creationId xmlns:a16="http://schemas.microsoft.com/office/drawing/2014/main" id="{EE4B5962-98FC-FC83-82A3-068C31C438C8}"/>
              </a:ext>
            </a:extLst>
          </p:cNvPr>
          <p:cNvSpPr>
            <a:spLocks noGrp="1"/>
          </p:cNvSpPr>
          <p:nvPr>
            <p:ph type="sldNum" sz="quarter" idx="12"/>
          </p:nvPr>
        </p:nvSpPr>
        <p:spPr/>
        <p:txBody>
          <a:bodyPr/>
          <a:lstStyle/>
          <a:p>
            <a:fld id="{0BDC6CC0-337C-4DEC-BAED-08CE4EABF7AC}" type="slidenum">
              <a:rPr lang="ja-JP" altLang="en-US" smtClean="0"/>
              <a:pPr/>
              <a:t>4</a:t>
            </a:fld>
            <a:endParaRPr lang="ja-JP" altLang="en-US" dirty="0"/>
          </a:p>
        </p:txBody>
      </p:sp>
      <p:sp>
        <p:nvSpPr>
          <p:cNvPr id="4" name="テキスト ボックス 3">
            <a:extLst>
              <a:ext uri="{FF2B5EF4-FFF2-40B4-BE49-F238E27FC236}">
                <a16:creationId xmlns:a16="http://schemas.microsoft.com/office/drawing/2014/main" id="{101E0CF3-A167-E647-4214-CE60AA90FAE5}"/>
              </a:ext>
            </a:extLst>
          </p:cNvPr>
          <p:cNvSpPr txBox="1"/>
          <p:nvPr/>
        </p:nvSpPr>
        <p:spPr>
          <a:xfrm>
            <a:off x="112541" y="576001"/>
            <a:ext cx="9636369" cy="307777"/>
          </a:xfrm>
          <a:prstGeom prst="rect">
            <a:avLst/>
          </a:prstGeom>
          <a:noFill/>
        </p:spPr>
        <p:txBody>
          <a:bodyPr wrap="square" rtlCol="0">
            <a:spAutoFit/>
          </a:bodyPr>
          <a:lstStyle/>
          <a:p>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3-1. TRANSACTION</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とは？</a:t>
            </a:r>
            <a:endPar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 name="テキスト ボックス 4">
            <a:extLst>
              <a:ext uri="{FF2B5EF4-FFF2-40B4-BE49-F238E27FC236}">
                <a16:creationId xmlns:a16="http://schemas.microsoft.com/office/drawing/2014/main" id="{DB7C2F65-B6BF-6BA7-5E67-36804FA2C5A9}"/>
              </a:ext>
            </a:extLst>
          </p:cNvPr>
          <p:cNvSpPr txBox="1"/>
          <p:nvPr/>
        </p:nvSpPr>
        <p:spPr>
          <a:xfrm>
            <a:off x="112541" y="953339"/>
            <a:ext cx="9636369" cy="954107"/>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TRANSACTION</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とは、データベースに対する</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一連の操作</a:t>
            </a:r>
            <a:r>
              <a:rPr lang="en-US" altLang="ja-JP"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追加・更新・削除など</a:t>
            </a:r>
            <a:r>
              <a:rPr lang="en-US" altLang="ja-JP"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をひとまとめとして取り扱いさ</a:t>
            </a:r>
            <a:endParaRPr lang="en-US" altLang="ja-JP"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せる手法</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のことである。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TRANSACTION</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を利用することにより、連続したデータベースの操作が全て成功した場合のみ、データの確定が</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可能となり、失敗した場合には元に戻すことも可能となる。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テキスト ボックス 5">
            <a:extLst>
              <a:ext uri="{FF2B5EF4-FFF2-40B4-BE49-F238E27FC236}">
                <a16:creationId xmlns:a16="http://schemas.microsoft.com/office/drawing/2014/main" id="{24028C25-5AB0-D825-CA5D-FF295781473A}"/>
              </a:ext>
            </a:extLst>
          </p:cNvPr>
          <p:cNvSpPr txBox="1"/>
          <p:nvPr/>
        </p:nvSpPr>
        <p:spPr>
          <a:xfrm>
            <a:off x="112541" y="1977007"/>
            <a:ext cx="9636369" cy="307777"/>
          </a:xfrm>
          <a:prstGeom prst="rect">
            <a:avLst/>
          </a:prstGeom>
          <a:noFill/>
        </p:spPr>
        <p:txBody>
          <a:bodyPr wrap="square" rtlCol="0">
            <a:spAutoFit/>
          </a:bodyPr>
          <a:lstStyle/>
          <a:p>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3-2. TRANSACTION</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の使い方</a:t>
            </a:r>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 name="テキスト ボックス 6">
            <a:extLst>
              <a:ext uri="{FF2B5EF4-FFF2-40B4-BE49-F238E27FC236}">
                <a16:creationId xmlns:a16="http://schemas.microsoft.com/office/drawing/2014/main" id="{D8F56F0A-E554-27CE-4822-BCB2FF8AAA85}"/>
              </a:ext>
            </a:extLst>
          </p:cNvPr>
          <p:cNvSpPr txBox="1"/>
          <p:nvPr/>
        </p:nvSpPr>
        <p:spPr>
          <a:xfrm>
            <a:off x="112541" y="2354345"/>
            <a:ext cx="9636369" cy="4185761"/>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TRANSACTION</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の使い方は、</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RDBMS</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ごとに異なる。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MySQL</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の場合には、以下の通りとなる。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START TRANSACTION; (BEGIN;)</a:t>
            </a:r>
          </a:p>
          <a:p>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各種データベースへの処理</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p>
          <a:p>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COMMIT; (ROLLBACK;)</a:t>
            </a:r>
          </a:p>
          <a:p>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TRANSACTION</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には、開始と終了があり、終了時に</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データへの処理結果を確定する場合には、</a:t>
            </a:r>
            <a:r>
              <a:rPr lang="en-US" altLang="ja-JP"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COMMIT</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を使用</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す</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データへの処理に誤りがあったり、失敗したりした場合に、</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データを処理前の状態に戻すためには、</a:t>
            </a:r>
            <a:r>
              <a:rPr lang="en-US" altLang="ja-JP"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ROLLBACK</a:t>
            </a: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を使用</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する。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b="1"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例題</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2】</a:t>
            </a: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①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TRANSACTION</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を開始した後に、</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400" dirty="0" err="1">
                <a:latin typeface="メイリオ" panose="020B0604030504040204" pitchFamily="50" charset="-128"/>
                <a:ea typeface="メイリオ" panose="020B0604030504040204" pitchFamily="50" charset="-128"/>
                <a:cs typeface="メイリオ" panose="020B0604030504040204" pitchFamily="50" charset="-128"/>
              </a:rPr>
              <a:t>itb_sql_lecure</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スキーマの</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[m_</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社員</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の</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ブレイド 花江</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のレコードを削除</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する</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DELETE</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文を実行しなさい。</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② ①の処理後の</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[m_</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社員</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のレコードを確認しなさい。</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③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ROLLBACK</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して、データを元に戻しなさい。</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586726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0F371-3AAA-78A6-DAD8-F0099930E3A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70E936E-E131-8BCC-260E-558F2073BA88}"/>
              </a:ext>
            </a:extLst>
          </p:cNvPr>
          <p:cNvSpPr>
            <a:spLocks noGrp="1"/>
          </p:cNvSpPr>
          <p:nvPr>
            <p:ph type="title"/>
          </p:nvPr>
        </p:nvSpPr>
        <p:spPr/>
        <p:txBody>
          <a:bodyPr/>
          <a:lstStyle/>
          <a:p>
            <a:r>
              <a:rPr lang="en-US" altLang="ja-JP" dirty="0"/>
              <a:t>3. TRANSACTION</a:t>
            </a:r>
            <a:r>
              <a:rPr lang="ja-JP" altLang="en-US" dirty="0"/>
              <a:t>とは？</a:t>
            </a:r>
            <a:endParaRPr kumimoji="1" lang="ja-JP" altLang="en-US" dirty="0"/>
          </a:p>
        </p:txBody>
      </p:sp>
      <p:sp>
        <p:nvSpPr>
          <p:cNvPr id="3" name="スライド番号プレースホルダー 2">
            <a:extLst>
              <a:ext uri="{FF2B5EF4-FFF2-40B4-BE49-F238E27FC236}">
                <a16:creationId xmlns:a16="http://schemas.microsoft.com/office/drawing/2014/main" id="{8D6B3F95-F2A3-46E0-D60B-E73F6609ABE0}"/>
              </a:ext>
            </a:extLst>
          </p:cNvPr>
          <p:cNvSpPr>
            <a:spLocks noGrp="1"/>
          </p:cNvSpPr>
          <p:nvPr>
            <p:ph type="sldNum" sz="quarter" idx="12"/>
          </p:nvPr>
        </p:nvSpPr>
        <p:spPr/>
        <p:txBody>
          <a:bodyPr/>
          <a:lstStyle/>
          <a:p>
            <a:fld id="{0BDC6CC0-337C-4DEC-BAED-08CE4EABF7AC}" type="slidenum">
              <a:rPr lang="ja-JP" altLang="en-US" smtClean="0"/>
              <a:pPr/>
              <a:t>5</a:t>
            </a:fld>
            <a:endParaRPr lang="ja-JP" altLang="en-US" dirty="0"/>
          </a:p>
        </p:txBody>
      </p:sp>
      <p:sp>
        <p:nvSpPr>
          <p:cNvPr id="4" name="テキスト ボックス 3">
            <a:extLst>
              <a:ext uri="{FF2B5EF4-FFF2-40B4-BE49-F238E27FC236}">
                <a16:creationId xmlns:a16="http://schemas.microsoft.com/office/drawing/2014/main" id="{B300C92A-D917-B6F2-C46E-85B10E006F7C}"/>
              </a:ext>
            </a:extLst>
          </p:cNvPr>
          <p:cNvSpPr txBox="1"/>
          <p:nvPr/>
        </p:nvSpPr>
        <p:spPr>
          <a:xfrm>
            <a:off x="112541" y="576001"/>
            <a:ext cx="9636369" cy="307777"/>
          </a:xfrm>
          <a:prstGeom prst="rect">
            <a:avLst/>
          </a:prstGeom>
          <a:noFill/>
        </p:spPr>
        <p:txBody>
          <a:bodyPr wrap="square" rtlCol="0">
            <a:spAutoFit/>
          </a:bodyPr>
          <a:lstStyle/>
          <a:p>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3-3. TRANSACTION</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とデータのロック</a:t>
            </a:r>
            <a:endPar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 name="テキスト ボックス 4">
            <a:extLst>
              <a:ext uri="{FF2B5EF4-FFF2-40B4-BE49-F238E27FC236}">
                <a16:creationId xmlns:a16="http://schemas.microsoft.com/office/drawing/2014/main" id="{23A8E10B-1A7D-8CBF-B239-CE7A3B0E2A0A}"/>
              </a:ext>
            </a:extLst>
          </p:cNvPr>
          <p:cNvSpPr txBox="1"/>
          <p:nvPr/>
        </p:nvSpPr>
        <p:spPr>
          <a:xfrm>
            <a:off x="112541" y="953339"/>
            <a:ext cx="9636369" cy="3754874"/>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TRANSACTION</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を開始すると、処理対象のテーブルやレコードのデータの一貫性を保つために、</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COMMIT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や</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ROLLBACK</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が実施されるまで、同一テーブルや同一レコードへのデータの変更・削除が行えないようにロック</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状態となります。</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INSERT</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DELETE</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の場合</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テーブル内のデータの一意性が変更されるため、テーブル全体がロック状態と</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なる</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テーブルロック</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UPDATE</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の場合</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対象レコードのみの一貫性を保つため、対象のレコードのみがロック状態となる</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行ロッ</a:t>
            </a:r>
            <a:endParaRPr lang="en-US" altLang="ja-JP"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b="1" u="sng" dirty="0">
                <a:solidFill>
                  <a:srgbClr val="FF0000"/>
                </a:solidFill>
                <a:latin typeface="メイリオ" panose="020B0604030504040204" pitchFamily="50" charset="-128"/>
                <a:ea typeface="メイリオ" panose="020B0604030504040204" pitchFamily="50" charset="-128"/>
                <a:cs typeface="メイリオ" panose="020B0604030504040204" pitchFamily="50" charset="-128"/>
              </a:rPr>
              <a:t>ク</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TRANSACTION</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の効果範囲は、</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TRANSACTION</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を開始した際のデータベースとのセッション内にのみ有効で、</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TRANSACTION</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内で処理されたデータへの追加・変更・削除は</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TRANSACTION</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外のアクセスには処理前の状態</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として結果が返されます。</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TRANSACTION</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でロック状態のテーブルやレコードに対して、別の</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TRANSACTION</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から変更を行おうとすると、</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後から処理を行おうとしたユーザーは前のユーザーの</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TRANSACTION</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が</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COMMIT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ROLLBACK</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されるまで処理</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待ちの状態となります。</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 name="テキスト ボックス 7">
            <a:extLst>
              <a:ext uri="{FF2B5EF4-FFF2-40B4-BE49-F238E27FC236}">
                <a16:creationId xmlns:a16="http://schemas.microsoft.com/office/drawing/2014/main" id="{7F90E9C2-D247-680C-0E9F-FCEE93A387C0}"/>
              </a:ext>
            </a:extLst>
          </p:cNvPr>
          <p:cNvSpPr txBox="1"/>
          <p:nvPr/>
        </p:nvSpPr>
        <p:spPr>
          <a:xfrm>
            <a:off x="112540" y="4777774"/>
            <a:ext cx="9636369" cy="307777"/>
          </a:xfrm>
          <a:prstGeom prst="rect">
            <a:avLst/>
          </a:prstGeom>
          <a:noFill/>
        </p:spPr>
        <p:txBody>
          <a:bodyPr wrap="square" rtlCol="0">
            <a:spAutoFit/>
          </a:bodyPr>
          <a:lstStyle/>
          <a:p>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3-4. TRANSACTION</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が使用できない</a:t>
            </a:r>
            <a:r>
              <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rPr>
              <a:t>SQL</a:t>
            </a:r>
            <a:r>
              <a:rPr lang="ja-JP" altLang="en-US" sz="1400" u="sng" dirty="0">
                <a:latin typeface="メイリオ" panose="020B0604030504040204" pitchFamily="50" charset="-128"/>
                <a:ea typeface="メイリオ" panose="020B0604030504040204" pitchFamily="50" charset="-128"/>
                <a:cs typeface="メイリオ" panose="020B0604030504040204" pitchFamily="50" charset="-128"/>
              </a:rPr>
              <a:t>文</a:t>
            </a:r>
            <a:endParaRPr lang="en-US" altLang="ja-JP" sz="1400" u="sng"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a:extLst>
              <a:ext uri="{FF2B5EF4-FFF2-40B4-BE49-F238E27FC236}">
                <a16:creationId xmlns:a16="http://schemas.microsoft.com/office/drawing/2014/main" id="{EEC84760-547C-9933-E56A-6BB22DEFB4F7}"/>
              </a:ext>
            </a:extLst>
          </p:cNvPr>
          <p:cNvSpPr txBox="1"/>
          <p:nvPr/>
        </p:nvSpPr>
        <p:spPr>
          <a:xfrm>
            <a:off x="112541" y="5167925"/>
            <a:ext cx="9636369" cy="1169551"/>
          </a:xfrm>
          <a:prstGeom prst="rect">
            <a:avLst/>
          </a:prstGeom>
          <a:noFill/>
        </p:spPr>
        <p:txBody>
          <a:bodyPr wrap="square" rtlCol="0">
            <a:spAutoFit/>
          </a:bodyPr>
          <a:lstStyle/>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TRANSACTION</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は、データベースの構造を変更する</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SQL</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文やテーブルの構造を変更する</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SQL</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文に対しては、効果</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はありません。</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また、</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TRANSACTION</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の処理内に以下のような</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SQL</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文が含まれている場合には、該当行でデータが自動的に</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COMMIT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されます。</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例</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】CREATE</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DROP</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a:t>
            </a:r>
            <a:r>
              <a:rPr lang="en-US" altLang="ja-JP" sz="1400" dirty="0">
                <a:latin typeface="メイリオ" panose="020B0604030504040204" pitchFamily="50" charset="-128"/>
                <a:ea typeface="メイリオ" panose="020B0604030504040204" pitchFamily="50" charset="-128"/>
                <a:cs typeface="メイリオ" panose="020B0604030504040204" pitchFamily="50" charset="-128"/>
              </a:rPr>
              <a:t>TRUNCATE</a:t>
            </a:r>
            <a:r>
              <a:rPr lang="ja-JP" altLang="en-US" sz="1400" dirty="0">
                <a:latin typeface="メイリオ" panose="020B0604030504040204" pitchFamily="50" charset="-128"/>
                <a:ea typeface="メイリオ" panose="020B0604030504040204" pitchFamily="50" charset="-128"/>
                <a:cs typeface="メイリオ" panose="020B0604030504040204" pitchFamily="50" charset="-128"/>
              </a:rPr>
              <a:t>文など</a:t>
            </a:r>
            <a:endParaRPr lang="en-US" altLang="ja-JP" sz="1400" dirty="0">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1700389142"/>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4458</TotalTime>
  <Words>1067</Words>
  <Application>Microsoft Office PowerPoint</Application>
  <PresentationFormat>A4 210 x 297 mm</PresentationFormat>
  <Paragraphs>101</Paragraphs>
  <Slides>5</Slides>
  <Notes>3</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5</vt:i4>
      </vt:variant>
    </vt:vector>
  </HeadingPairs>
  <TitlesOfParts>
    <vt:vector size="9" baseType="lpstr">
      <vt:lpstr>メイリオ</vt:lpstr>
      <vt:lpstr>Arial</vt:lpstr>
      <vt:lpstr>Calibri</vt:lpstr>
      <vt:lpstr>Office テーマ</vt:lpstr>
      <vt:lpstr>【第5回】DELETE文・TRANSACTIONについて</vt:lpstr>
      <vt:lpstr>1. DELETE文の基本について</vt:lpstr>
      <vt:lpstr>2. DELETE文の応用について</vt:lpstr>
      <vt:lpstr>3. TRANSACTIONとは？</vt:lpstr>
      <vt:lpstr>3. TRANSACTIONとは？</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nagano</dc:creator>
  <cp:lastModifiedBy>ibcl177</cp:lastModifiedBy>
  <cp:revision>456</cp:revision>
  <cp:lastPrinted>2025-06-19T22:39:45Z</cp:lastPrinted>
  <dcterms:created xsi:type="dcterms:W3CDTF">2018-12-05T10:12:33Z</dcterms:created>
  <dcterms:modified xsi:type="dcterms:W3CDTF">2025-12-11T10:04:38Z</dcterms:modified>
</cp:coreProperties>
</file>